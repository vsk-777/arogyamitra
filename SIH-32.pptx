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4" r:id="rId5"/>
    <p:sldId id="293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212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[Enter PS ID]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AI-Powered Hospital Appointment, Pre-Consultation &amp; Documentation System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MedTech / BioTech / HealthTech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r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Kaizen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41097"/>
            <a:ext cx="109728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Hospital Appointment, Pre-Consultation &amp;</a:t>
            </a:r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Documentation System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861870"/>
            <a:ext cx="5959009" cy="3924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 (Describe your Idea/Solution/ Prototype)</a:t>
            </a:r>
            <a:endParaRPr lang="en-US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Unified Access: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Supports registration, online booking, and walk-in token generation on one platform.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 Pre-Consultation: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Collects medical history and symptoms automatically prior to doctor visit.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Doctor Dashboard: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Centralizes real-time queues, records, and AI-synthesized patient summaries.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Smart Documentation: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Generates structured drafts for doctor review and one-click approval.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Enterprise Infrastructure: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Role-based access control, secure cloud storage, and automated alerts.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500" u="sng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0817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Kaizen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703B68-7FC1-4007-85BC-CBE343245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627" y="987109"/>
            <a:ext cx="5602106" cy="48083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75310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12649" y="11901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Kaizen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D9C9D225-F862-42CF-8335-BAACC9778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647" y="1192879"/>
            <a:ext cx="5916352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Responsive React.js application tailored for Patients, Doctors, Receptionists, and Admins.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 Core: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Java Spring Boot REST API providing robust business logic and JWT/OTP security.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AI/NLP Engine: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Extracts document metadata, summarizes symptoms, and automates report drafting.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Database &amp; Cloud: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Relational </a:t>
            </a:r>
            <a:r>
              <a:rPr lang="en-US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database paired with encrypted cloud storage for clinical records.</a:t>
            </a:r>
            <a:endParaRPr lang="en-US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  <a:endParaRPr lang="en-US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Booking → Token → Pre-Consultation → AI Summary → Doctor Consultation → Documentation → Approval → Medical Record.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Security: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Spring Security, RBAC, JWT/OTP, encryption, validation, and audit logging.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67E10DC-7457-4237-9B42-6D3BA306A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72" y="1262384"/>
            <a:ext cx="5619964" cy="48777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6817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80759" y="15660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Kaizen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B0E1EB-BE4A-42FE-B119-F57F9BA20FDC}"/>
              </a:ext>
            </a:extLst>
          </p:cNvPr>
          <p:cNvSpPr txBox="1"/>
          <p:nvPr/>
        </p:nvSpPr>
        <p:spPr>
          <a:xfrm>
            <a:off x="1560697" y="3947876"/>
            <a:ext cx="11440824" cy="1704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Reduced Wait Time: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Optimized queueing and token system cuts lobby congestion.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Zero Paperwork: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AI summaries &amp; digital records replace physical clinical notes.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Enhanced Care: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Doctors receive structured history before the consultation starts.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Improved Accuracy: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Minimizes manual transcription errors across hospital operations</a:t>
            </a:r>
            <a:r>
              <a:rPr lang="en-US" sz="1600" b="0" i="0" dirty="0">
                <a:solidFill>
                  <a:srgbClr val="334155"/>
                </a:solidFill>
                <a:effectLst/>
                <a:latin typeface="Inter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8DB46-99BA-4ABB-A4DE-CF0D1231F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12" y="1546315"/>
            <a:ext cx="11129175" cy="169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32196" y="1210753"/>
            <a:ext cx="11527605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Feasibility</a:t>
            </a:r>
          </a:p>
          <a:p>
            <a:endParaRPr lang="en-US" sz="1600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Technical Feasibility: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Java stack, REST APIs, PostgreSQL, and existing AI APIs can support the system.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Operational Feasibility: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Patients, receptionists, doctors, and administrators can use role-specific dashboards with simple workflows.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Economic Feasibility: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system can be developed using open-source technologies and cloud services with low initial infrastructure costs.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Implementation Feasibility: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system can be developed module-by-module, starting with appointment management and gradually adding AI features.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Scalability: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architecture can be expanded to support multiple departments, doctors, branches, and larger patient volumes.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Viability</a:t>
            </a:r>
          </a:p>
          <a:p>
            <a:endParaRPr lang="en-US" sz="1600" b="1" u="sng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has practical value because it addresses common hospital workflow problems.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Reduces manual appointment and registration work.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Helps manage both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online and walk-in patients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Reduces patient waiting and improves token/queue management.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Provides doctors with organized pre-consultation information.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Reduces the time required for medical documentation.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11385" y="14498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Kaizen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DE3C17-98BA-441A-8C0C-5F8A533B5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8" y="1089403"/>
            <a:ext cx="1000226" cy="714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6B0275-CF86-40FA-ACE8-1793DDA88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104" y="3997823"/>
            <a:ext cx="642991" cy="39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8872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00118" y="20436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Kaizen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F1CFB8-7C1B-4D56-B3D9-E4BCFE4D8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4267"/>
              </p:ext>
            </p:extLst>
          </p:nvPr>
        </p:nvGraphicFramePr>
        <p:xfrm>
          <a:off x="236306" y="1410310"/>
          <a:ext cx="11709775" cy="4350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0863">
                  <a:extLst>
                    <a:ext uri="{9D8B030D-6E8A-4147-A177-3AD203B41FA5}">
                      <a16:colId xmlns:a16="http://schemas.microsoft.com/office/drawing/2014/main" val="2300863669"/>
                    </a:ext>
                  </a:extLst>
                </a:gridCol>
                <a:gridCol w="4889362">
                  <a:extLst>
                    <a:ext uri="{9D8B030D-6E8A-4147-A177-3AD203B41FA5}">
                      <a16:colId xmlns:a16="http://schemas.microsoft.com/office/drawing/2014/main" val="211603868"/>
                    </a:ext>
                  </a:extLst>
                </a:gridCol>
                <a:gridCol w="4539550">
                  <a:extLst>
                    <a:ext uri="{9D8B030D-6E8A-4147-A177-3AD203B41FA5}">
                      <a16:colId xmlns:a16="http://schemas.microsoft.com/office/drawing/2014/main" val="1852852106"/>
                    </a:ext>
                  </a:extLst>
                </a:gridCol>
              </a:tblGrid>
              <a:tr h="496798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 / Feature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Existing System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Improvement</a:t>
                      </a:r>
                    </a:p>
                  </a:txBody>
                  <a:tcPr marL="62108" marR="62108" marT="31054" marB="31054" anchor="ctr"/>
                </a:tc>
                <a:extLst>
                  <a:ext uri="{0D108BD9-81ED-4DB2-BD59-A6C34878D82A}">
                    <a16:rowId xmlns:a16="http://schemas.microsoft.com/office/drawing/2014/main" val="2144813059"/>
                  </a:ext>
                </a:extLst>
              </a:tr>
              <a:tr h="1267607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Pre-consultation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Patient enters Appointment ID, uploads reports, answers AI questions; summary saved under the Appointment ID.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 Appointment ID as the entry point; store the full session and summary against it, auto-available to the doctor — not tied to the changing daily token.</a:t>
                      </a:r>
                    </a:p>
                  </a:txBody>
                  <a:tcPr marL="62108" marR="62108" marT="31054" marB="31054" anchor="ctr"/>
                </a:tc>
                <a:extLst>
                  <a:ext uri="{0D108BD9-81ED-4DB2-BD59-A6C34878D82A}">
                    <a16:rowId xmlns:a16="http://schemas.microsoft.com/office/drawing/2014/main" val="1499763772"/>
                  </a:ext>
                </a:extLst>
              </a:tr>
              <a:tr h="115287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Walk-in / Receptionist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Receptionist books and runs pre-consultation for walk-ins; existing patient info can be reused.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Apply the same ID separation to walk-ins — reuse the patient record, but create a new Appointment ID for each new visit.</a:t>
                      </a:r>
                    </a:p>
                  </a:txBody>
                  <a:tcPr marL="62108" marR="62108" marT="31054" marB="31054" anchor="ctr"/>
                </a:tc>
                <a:extLst>
                  <a:ext uri="{0D108BD9-81ED-4DB2-BD59-A6C34878D82A}">
                    <a16:rowId xmlns:a16="http://schemas.microsoft.com/office/drawing/2014/main" val="1284747560"/>
                  </a:ext>
                </a:extLst>
              </a:tr>
              <a:tr h="1371562">
                <a:tc>
                  <a:txBody>
                    <a:bodyPr/>
                    <a:lstStyle/>
                    <a:p>
                      <a:r>
                        <a:rPr lang="en-US" sz="1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Doctor Dashboard &amp; Consultation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Doctor views Patient Name, Appointment ID and Summary; enters diagnosis/prescription.</a:t>
                      </a:r>
                    </a:p>
                  </a:txBody>
                  <a:tcPr marL="62108" marR="62108" marT="31054" marB="31054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Doctor works from the daily Token ID; selecting a token auto-maps to Appointment ID → patient → pre-consultation summary, no manual searching.</a:t>
                      </a:r>
                    </a:p>
                  </a:txBody>
                  <a:tcPr marL="62108" marR="62108" marT="31054" marB="31054" anchor="ctr"/>
                </a:tc>
                <a:extLst>
                  <a:ext uri="{0D108BD9-81ED-4DB2-BD59-A6C34878D82A}">
                    <a16:rowId xmlns:a16="http://schemas.microsoft.com/office/drawing/2014/main" val="724213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11F135-9CC3-4709-B398-2FFC81BA4D49}"/>
              </a:ext>
            </a:extLst>
          </p:cNvPr>
          <p:cNvSpPr txBox="1"/>
          <p:nvPr/>
        </p:nvSpPr>
        <p:spPr>
          <a:xfrm>
            <a:off x="400118" y="1023600"/>
            <a:ext cx="1154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System vs Proposed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FD2E2-30FD-40D5-BCA7-0CC74C21A85C}"/>
              </a:ext>
            </a:extLst>
          </p:cNvPr>
          <p:cNvSpPr txBox="1"/>
          <p:nvPr/>
        </p:nvSpPr>
        <p:spPr>
          <a:xfrm>
            <a:off x="155774" y="5755615"/>
            <a:ext cx="1170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WHO (2021) </a:t>
            </a:r>
            <a:r>
              <a:rPr lang="en-US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 Health Ethics 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&amp; </a:t>
            </a:r>
            <a:r>
              <a:rPr lang="en-US" b="1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ABDM (Govt. of India)</a:t>
            </a:r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interoperable digital health standards.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7868</TotalTime>
  <Words>675</Words>
  <Application>Microsoft Office PowerPoint</Application>
  <PresentationFormat>Widescreen</PresentationFormat>
  <Paragraphs>82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Garamond</vt:lpstr>
      <vt:lpstr>Inter</vt:lpstr>
      <vt:lpstr>Times New Roman</vt:lpstr>
      <vt:lpstr>TradeGothic</vt:lpstr>
      <vt:lpstr>Wingdings</vt:lpstr>
      <vt:lpstr>Office Theme</vt:lpstr>
      <vt:lpstr>SMART INDIA HACKATHON 2026</vt:lpstr>
      <vt:lpstr>AI-Powered Hospital Appointment, Pre-Consultation &amp;  Documentation System</vt:lpstr>
      <vt:lpstr>TECHNICAL APPROACH</vt:lpstr>
      <vt:lpstr>IMPACT AND BENEFITS</vt:lpstr>
      <vt:lpstr>FEASIBILITY AND VIABILITY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Chappidi Spurthi</cp:lastModifiedBy>
  <cp:revision>173</cp:revision>
  <dcterms:created xsi:type="dcterms:W3CDTF">2013-12-12T18:46:50Z</dcterms:created>
  <dcterms:modified xsi:type="dcterms:W3CDTF">2026-08-27T05:56:35Z</dcterms:modified>
  <cp:category/>
</cp:coreProperties>
</file>